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Acme QBR — Q1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Churn programme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Reframe: high-value churn only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Dana wants to drop whole-base churn modelling</a:t>
            </a:r>
          </a:p>
          <a:p>
            <a:r>
              <a:t>Focus shifts to top-decile revenue accounts (zephyr segment)</a:t>
            </a:r>
          </a:p>
          <a:p>
            <a:r>
              <a:t>Success criterion revised: AUC on high-value holdout</a:t>
            </a:r>
          </a:p>
          <a:p>
            <a:r>
              <a:t>Full-base GBM decision is now considered orphaned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